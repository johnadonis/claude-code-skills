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第一部分：项目介绍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这是一个关于人工智能的项目</a:t>
            </a:r>
          </a:p>
          <a:p>
            <a:r>
              <a:t>我们将介绍 AI 的基本概念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第二部分：技术架构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系统采用微服务架构</a:t>
            </a:r>
          </a:p>
          <a:p>
            <a:r>
              <a:t>包含前端、后端和数据库三层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第三部分：未来展望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我们计划在下个季度推出新功能</a:t>
            </a:r>
          </a:p>
          <a:p>
            <a:r>
              <a:t>并扩展到更多应用场景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